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Talent IA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CADCFC"/>
                </a:solidFill>
              </a:rPr>
              <a:t>Crear Candidato e Invitar a Vacante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FFFFF"/>
                </a:solidFill>
              </a:rPr>
              <a:t>Tutorial Rápido - Guía Paso a Paso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Los Dos Pasos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3840480" cy="2926080"/>
          </a:xfrm>
          <a:prstGeom prst="rect">
            <a:avLst/>
          </a:prstGeom>
          <a:solidFill>
            <a:srgbClr val="F2F2F2"/>
          </a:solidFill>
          <a:ln w="381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PASO 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👤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Crear Candidato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Ingresa los datos personales del candidato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3840480" cy="2926080"/>
          </a:xfrm>
          <a:prstGeom prst="rect">
            <a:avLst/>
          </a:prstGeom>
          <a:solidFill>
            <a:srgbClr val="F2F2F2"/>
          </a:solidFill>
          <a:ln w="381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280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A90E2"/>
                </a:solidFill>
              </a:rPr>
              <a:t>PASO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63440" y="17373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💼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4846320" y="23774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Invitar a Vacante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83464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Desde Vacantes, invita el candidato creado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1: Crear Candidato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1️⃣  Haz clic en "Candidatos" en el menú superior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63040"/>
            <a:ext cx="7863840" cy="731520"/>
          </a:xfrm>
          <a:prstGeom prst="rect">
            <a:avLst/>
          </a:prstGeom>
          <a:solidFill>
            <a:srgbClr val="F2F2F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600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</a:rPr>
              <a:t>Barra de navegación: Dashboard | Mi Perfil | Candidatos ✓ | Vacantes | Evaluaciones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2️⃣  Haz clic en el botón "Nuevo Candidato"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80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+ Nuevo Candidato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926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Botón en la esquina superior derecha (color verde)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1: Completa el Formulario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3️⃣  Rellena los campos del formulario: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4630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👤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4630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Nombre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146304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Juan Pérez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87452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✉️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Email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87452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juan@example.com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Teléfono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228600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77123456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69748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📎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2697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Currículo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2697480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2C3E50"/>
                </a:solidFill>
              </a:rPr>
              <a:t>(opcional)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474720"/>
            <a:ext cx="7863840" cy="82296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6118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⚠️  El EMAIL es muy importante. Verifica que sea correcto - aquí es donde recibirá la invitación para hacer el examen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Paso 2: Invitar a Vacante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91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0" y="91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005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1️⃣  Ve a "Vacantes" en el menú superior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</a:rPr>
              <a:t>Haz clic en la opción "Vacantes" de la barra de navegación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2️⃣  Abre la vacante y ve a "Candidatos"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240280"/>
            <a:ext cx="7863840" cy="365760"/>
          </a:xfrm>
          <a:prstGeom prst="rect">
            <a:avLst/>
          </a:prstGeom>
          <a:solidFill>
            <a:srgbClr val="F2F2F2"/>
          </a:solidFill>
          <a:ln w="12700">
            <a:solidFill>
              <a:srgbClr val="4A9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304288"/>
            <a:ext cx="7498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6454F"/>
                </a:solidFill>
              </a:rPr>
              <a:t>Selecciona la vacante → Haz clic en pestaña "Candidatos"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7432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3️⃣  Haz clic en "Invitar Candidato"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08960"/>
            <a:ext cx="2560320" cy="365760"/>
          </a:xfrm>
          <a:prstGeom prst="rect">
            <a:avLst/>
          </a:prstGeom>
          <a:solidFill>
            <a:srgbClr val="4A90E2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1089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📧 Invitar Candidato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1546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C3E50"/>
                </a:solidFill>
              </a:rPr>
              <a:t>Busca y selecciona el candidato que creaste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7AE60"/>
                </a:solidFill>
              </a:rPr>
              <a:t>¡Listo! ✅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Candidato creado e invitado a la vacante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371600" y="2468880"/>
            <a:ext cx="640080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26517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El candidato recibirá la invitación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645920" y="3017520"/>
            <a:ext cx="5852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📧 Email automático con link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👀 Acceso a plataforma de exámenes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</a:rPr>
              <a:t>✅ Completa evaluaciones asignadas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2026-08-17T20:38:35Z</dcterms:created>
  <dcterms:modified xsi:type="dcterms:W3CDTF">2026-08-17T20:38:35Z</dcterms:modified>
</cp:coreProperties>
</file>