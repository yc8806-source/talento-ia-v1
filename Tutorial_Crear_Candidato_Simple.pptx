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Talent 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Crear Candidato y Asignar Vacante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Tutorial Rápido - Guía Paso a Paso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Dos Pasos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2926080"/>
          </a:xfrm>
          <a:prstGeom prst="rect">
            <a:avLst/>
          </a:prstGeom>
          <a:solidFill>
            <a:srgbClr val="F2F2F2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PASO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Crear Candidato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Ingresa los datos personales del candidato en el sistema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840480" cy="2926080"/>
          </a:xfrm>
          <a:prstGeom prst="rect">
            <a:avLst/>
          </a:prstGeom>
          <a:solidFill>
            <a:srgbClr val="F2F2F2"/>
          </a:solidFill>
          <a:ln w="381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PASO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💼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84632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Asignar Vacante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Vincula el candidato con una posición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1: Crear Candidato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1️⃣  Haz clic en "Candidatos" en el menú superior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Barra de navegación: Dashboard | Mi Perfil | Candidatos ✓ | Vacantes | Evaluaciones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2️⃣  Haz clic en el botón "Nuevo Candidato"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Nuevo Candidato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Botón en la esquina superior derecha (color verde)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1: Completa el Formulario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3️⃣  Rellena los campos del formulario: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Nombre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Juan Pérez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✉️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juan@example.com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Teléfono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77123456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Currículo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697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(opcional)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⚠️  El EMAIL es muy importante. Verifica que sea correcto - aquí es donde recibirá la invitación para hacer el examen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2: Asignar Vacante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1️⃣  El candidato aparecerá en la lista de candidatos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Busca el candidato que acabas de crear en la tabla principal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2️⃣  Selecciona la vacante en el dropdown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67712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📌 Seleccionar vacante 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Elige la posición para la cual va a postular este candidato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3️⃣  Haz clic en "Guardar" para confirmar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</a:rPr>
              <a:t>¡Listo! ✅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Candidato creado y asignado a la vacante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468880"/>
            <a:ext cx="64008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6517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Próximo paso: Invitar al candidato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30175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Verás botones para: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📧 Enviar invitación por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🔗 Copiar enlace único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2026-08-17T20:32:13Z</dcterms:created>
  <dcterms:modified xsi:type="dcterms:W3CDTF">2026-08-17T20:32:13Z</dcterms:modified>
</cp:coreProperties>
</file>