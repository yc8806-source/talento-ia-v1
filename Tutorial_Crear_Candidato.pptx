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Talent 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Tutorial: Cómo Crear un Candidato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Guía paso a paso para gestionar candidatos en el sistema de evaluación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veremos?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Acceder al módulo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Navega a la sección de Candidatos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Crear nuevo candidato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13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Ingresa los datos personales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Asignar vacante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182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Vincula el candidato con una posición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Enviar invitación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507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Comparte el link de evaluación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1: Acceder al Módulo de Candidatos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📍 Ubicación: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Menú principal → Candidatos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1645920"/>
          </a:xfrm>
          <a:prstGeom prst="rect">
            <a:avLst/>
          </a:prstGeom>
          <a:solidFill>
            <a:srgbClr val="F2F2F2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En la barra de navegación superior encontrarás el botón "Candidatos". Haz clic para acceder al módulo. Aquí verás una lista de todos los candidatos registrados en 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2: Crear Nuevo Candidato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22860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 Nuevo Candidato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Haz clic en el botón verde "Nuevo Candidato" ubicado en la parte superior derecha de la lista.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 abrirá un formulario con los siguientes campos: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👤 Nombre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✉️ 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📱 Teléfono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📎 Currículo (opcional)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9C12"/>
                </a:solidFill>
              </a:rPr>
              <a:t>💡 Completa todos los campos requeridos con la información del candidato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3: Asignar a una Vacante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Después de crear el candidato, debes vincularlo con una vacante disponible.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Selecciona la vacante del dropdown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E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El sistema vincula automáticamente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E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Aparece el botón de invitar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E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786384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📋 Importante: Una vacante es una posición disponible en tu empresa. Si no tienes vacantes creadas, ve a "Vacantes" y crea una primero.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4: Enviar Invitación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Opción A: Invitar por Email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Haz clic en el botón "📧 Invitar" en la fila del candidato para enviar un email automático con el link de evaluación.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Opción B: Copiar Link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Haz clic en "🔗 URL" para copiar el link único del candidato y compartirlo por WhatsApp, SMS o cualquier medio.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8404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📧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El candidato recibe el email con instrucciones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3840480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Comparte el link manualmente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Flujo Completo: De Candidato a Evaluación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70432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Candidato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280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E2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109728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170432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3172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Vacante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280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E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109728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170432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Invitar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280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E2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109728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1170432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9788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Evaluación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12801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E2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89520" y="1097280"/>
            <a:ext cx="164592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1170432"/>
            <a:ext cx="22860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80960" y="1600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Resultados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Una vez enviada la invitación, el candidato tendrá acceso a la plataforma para completar los exámenes asignados.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Luego de completar las pruebas, podrás revisar sus resultados, descargar reportes en PDF y tomar una decisión final.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💡 Consejos Prácticos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Verifica el email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Asegúrate de ingresar el email correcto del candidato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Completa todos los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Mientras más información, mejor análisis tendrás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097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Usa el link compartible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Perfecto para contactar por WhatsApp o SMS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Revisa los resultados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Descarga PDFs con análisis detallados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</a:rPr>
              <a:t>¡Ahora estás listo!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Sigue estos pasos simples para crear y evaluar candidatos en Talent 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Acceder a Candidatos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Crear nuevo candidato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Asignar a vacante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Enviar invitación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2026-08-17T20:25:23Z</dcterms:created>
  <dcterms:modified xsi:type="dcterms:W3CDTF">2026-08-17T20:25:23Z</dcterms:modified>
</cp:coreProperties>
</file>